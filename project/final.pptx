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67" r:id="rId2"/>
    <p:sldId id="310" r:id="rId3"/>
    <p:sldId id="312" r:id="rId4"/>
    <p:sldId id="309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889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1038" y="13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406420E-DAB6-4788-833C-FBD94086A9B4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5C096EFE-A1FB-4866-B505-8AD3F209B6FA}">
      <dgm:prSet phldrT="[Текст]"/>
      <dgm:spPr/>
      <dgm:t>
        <a:bodyPr/>
        <a:lstStyle/>
        <a:p>
          <a:r>
            <a:rPr lang="ru-RU" dirty="0" smtClean="0"/>
            <a:t>Работает с загруженной базой знаний о работе интернет-магазина, ответы на частые вопросы (FAQ)</a:t>
          </a:r>
          <a:endParaRPr lang="ru-RU" dirty="0"/>
        </a:p>
      </dgm:t>
    </dgm:pt>
    <dgm:pt modelId="{C2D5C23A-B3DD-4A52-92F7-92B95462AD02}" type="parTrans" cxnId="{DE00A01B-063E-4C88-9347-33925DFAA8CE}">
      <dgm:prSet/>
      <dgm:spPr/>
      <dgm:t>
        <a:bodyPr/>
        <a:lstStyle/>
        <a:p>
          <a:endParaRPr lang="ru-RU"/>
        </a:p>
      </dgm:t>
    </dgm:pt>
    <dgm:pt modelId="{43C141B2-6BAA-4EC0-B735-6C906BC3F386}" type="sibTrans" cxnId="{DE00A01B-063E-4C88-9347-33925DFAA8CE}">
      <dgm:prSet/>
      <dgm:spPr/>
      <dgm:t>
        <a:bodyPr/>
        <a:lstStyle/>
        <a:p>
          <a:endParaRPr lang="ru-RU"/>
        </a:p>
      </dgm:t>
    </dgm:pt>
    <dgm:pt modelId="{23A10F8E-0979-4E03-BB33-D64427AA6D73}">
      <dgm:prSet phldrT="[Текст]"/>
      <dgm:spPr>
        <a:solidFill>
          <a:schemeClr val="accent1"/>
        </a:solidFill>
      </dgm:spPr>
      <dgm:t>
        <a:bodyPr/>
        <a:lstStyle/>
        <a:p>
          <a:r>
            <a:rPr lang="ru-RU" dirty="0" smtClean="0"/>
            <a:t>Ведёт чат с пользователем. Получение статуса заказа, возврат/обмен, информирование о передаче информации  менеджеру</a:t>
          </a:r>
          <a:endParaRPr lang="ru-RU" dirty="0"/>
        </a:p>
      </dgm:t>
    </dgm:pt>
    <dgm:pt modelId="{4AE6583F-CD0E-4B50-B87D-68AAA9286392}" type="parTrans" cxnId="{E4A5BA60-76F3-4970-955B-0176005D90E8}">
      <dgm:prSet/>
      <dgm:spPr/>
      <dgm:t>
        <a:bodyPr/>
        <a:lstStyle/>
        <a:p>
          <a:endParaRPr lang="ru-RU"/>
        </a:p>
      </dgm:t>
    </dgm:pt>
    <dgm:pt modelId="{5C074D0B-753D-4141-95E8-76D5F46DA368}" type="sibTrans" cxnId="{E4A5BA60-76F3-4970-955B-0176005D90E8}">
      <dgm:prSet/>
      <dgm:spPr/>
      <dgm:t>
        <a:bodyPr/>
        <a:lstStyle/>
        <a:p>
          <a:endParaRPr lang="ru-RU"/>
        </a:p>
      </dgm:t>
    </dgm:pt>
    <dgm:pt modelId="{C590F1FC-5254-48BE-A1D2-42FD5228F845}">
      <dgm:prSet phldrT="[Текст]"/>
      <dgm:spPr>
        <a:solidFill>
          <a:srgbClr val="00B0F0"/>
        </a:solidFill>
      </dgm:spPr>
      <dgm:t>
        <a:bodyPr/>
        <a:lstStyle/>
        <a:p>
          <a:r>
            <a:rPr lang="ru-RU" dirty="0" smtClean="0"/>
            <a:t>Чат с пользователем. Взаимодействие с базой данных для хранения заказов</a:t>
          </a:r>
          <a:endParaRPr lang="ru-RU" dirty="0"/>
        </a:p>
      </dgm:t>
    </dgm:pt>
    <dgm:pt modelId="{557A167A-C685-482E-938E-1C6A5F902221}" type="parTrans" cxnId="{41F60A93-BFBB-4980-BB8A-B7B6DFF5800C}">
      <dgm:prSet/>
      <dgm:spPr/>
      <dgm:t>
        <a:bodyPr/>
        <a:lstStyle/>
        <a:p>
          <a:endParaRPr lang="ru-RU"/>
        </a:p>
      </dgm:t>
    </dgm:pt>
    <dgm:pt modelId="{24574D55-B7E4-402D-A301-B3FCFC24B52D}" type="sibTrans" cxnId="{41F60A93-BFBB-4980-BB8A-B7B6DFF5800C}">
      <dgm:prSet/>
      <dgm:spPr/>
      <dgm:t>
        <a:bodyPr/>
        <a:lstStyle/>
        <a:p>
          <a:endParaRPr lang="ru-RU"/>
        </a:p>
      </dgm:t>
    </dgm:pt>
    <dgm:pt modelId="{42552DB1-F99A-44E5-8228-52C2416FB7EB}" type="pres">
      <dgm:prSet presAssocID="{6406420E-DAB6-4788-833C-FBD94086A9B4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ru-RU"/>
        </a:p>
      </dgm:t>
    </dgm:pt>
    <dgm:pt modelId="{CEFFF12A-0069-4451-97D9-6F5371240461}" type="pres">
      <dgm:prSet presAssocID="{6406420E-DAB6-4788-833C-FBD94086A9B4}" presName="Name1" presStyleCnt="0"/>
      <dgm:spPr/>
    </dgm:pt>
    <dgm:pt modelId="{9C418535-E41B-4B36-B9BB-B60E0A367870}" type="pres">
      <dgm:prSet presAssocID="{6406420E-DAB6-4788-833C-FBD94086A9B4}" presName="cycle" presStyleCnt="0"/>
      <dgm:spPr/>
    </dgm:pt>
    <dgm:pt modelId="{FF2E203A-8267-4276-933B-CC94B0DE4193}" type="pres">
      <dgm:prSet presAssocID="{6406420E-DAB6-4788-833C-FBD94086A9B4}" presName="srcNode" presStyleLbl="node1" presStyleIdx="0" presStyleCnt="3"/>
      <dgm:spPr/>
    </dgm:pt>
    <dgm:pt modelId="{59604D91-9D79-4CE0-9D6D-6732A65916C6}" type="pres">
      <dgm:prSet presAssocID="{6406420E-DAB6-4788-833C-FBD94086A9B4}" presName="conn" presStyleLbl="parChTrans1D2" presStyleIdx="0" presStyleCnt="1"/>
      <dgm:spPr/>
      <dgm:t>
        <a:bodyPr/>
        <a:lstStyle/>
        <a:p>
          <a:endParaRPr lang="ru-RU"/>
        </a:p>
      </dgm:t>
    </dgm:pt>
    <dgm:pt modelId="{2D833A0A-F698-440E-AB1A-34BAA5FB7F81}" type="pres">
      <dgm:prSet presAssocID="{6406420E-DAB6-4788-833C-FBD94086A9B4}" presName="extraNode" presStyleLbl="node1" presStyleIdx="0" presStyleCnt="3"/>
      <dgm:spPr/>
    </dgm:pt>
    <dgm:pt modelId="{0E15224F-7CEC-461C-9687-0D4888B03AF0}" type="pres">
      <dgm:prSet presAssocID="{6406420E-DAB6-4788-833C-FBD94086A9B4}" presName="dstNode" presStyleLbl="node1" presStyleIdx="0" presStyleCnt="3"/>
      <dgm:spPr/>
    </dgm:pt>
    <dgm:pt modelId="{6182253C-F61E-4DFD-8A81-8C59906F7045}" type="pres">
      <dgm:prSet presAssocID="{5C096EFE-A1FB-4866-B505-8AD3F209B6FA}" presName="text_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72EDD19-4757-4FAF-8B25-BA046A484049}" type="pres">
      <dgm:prSet presAssocID="{5C096EFE-A1FB-4866-B505-8AD3F209B6FA}" presName="accent_1" presStyleCnt="0"/>
      <dgm:spPr/>
    </dgm:pt>
    <dgm:pt modelId="{BF400816-BF2A-40CC-B51B-95CE70B7EAFA}" type="pres">
      <dgm:prSet presAssocID="{5C096EFE-A1FB-4866-B505-8AD3F209B6FA}" presName="accentRepeatNode" presStyleLbl="solidFgAcc1" presStyleIdx="0" presStyleCnt="3"/>
      <dgm:spPr/>
    </dgm:pt>
    <dgm:pt modelId="{E624752A-DE99-4290-91BF-4C4879F4709A}" type="pres">
      <dgm:prSet presAssocID="{23A10F8E-0979-4E03-BB33-D64427AA6D73}" presName="text_2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909D3B7-6F93-4728-8C49-F84FEA7E0AC1}" type="pres">
      <dgm:prSet presAssocID="{23A10F8E-0979-4E03-BB33-D64427AA6D73}" presName="accent_2" presStyleCnt="0"/>
      <dgm:spPr/>
    </dgm:pt>
    <dgm:pt modelId="{32E23B49-BFEB-4D1D-B9C3-699054E1FBF2}" type="pres">
      <dgm:prSet presAssocID="{23A10F8E-0979-4E03-BB33-D64427AA6D73}" presName="accentRepeatNode" presStyleLbl="solidFgAcc1" presStyleIdx="1" presStyleCnt="3"/>
      <dgm:spPr/>
    </dgm:pt>
    <dgm:pt modelId="{270EF6B2-9D41-4C89-91E3-57C37C0C960D}" type="pres">
      <dgm:prSet presAssocID="{C590F1FC-5254-48BE-A1D2-42FD5228F845}" presName="text_3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6597622-2494-4F5A-86CB-B1B97623FCF6}" type="pres">
      <dgm:prSet presAssocID="{C590F1FC-5254-48BE-A1D2-42FD5228F845}" presName="accent_3" presStyleCnt="0"/>
      <dgm:spPr/>
    </dgm:pt>
    <dgm:pt modelId="{5FC50353-5E8A-4D8C-8815-DBB627A61FE7}" type="pres">
      <dgm:prSet presAssocID="{C590F1FC-5254-48BE-A1D2-42FD5228F845}" presName="accentRepeatNode" presStyleLbl="solidFgAcc1" presStyleIdx="2" presStyleCnt="3"/>
      <dgm:spPr/>
    </dgm:pt>
  </dgm:ptLst>
  <dgm:cxnLst>
    <dgm:cxn modelId="{247DED8E-8B31-43DD-BD95-823F7755ED03}" type="presOf" srcId="{5C096EFE-A1FB-4866-B505-8AD3F209B6FA}" destId="{6182253C-F61E-4DFD-8A81-8C59906F7045}" srcOrd="0" destOrd="0" presId="urn:microsoft.com/office/officeart/2008/layout/VerticalCurvedList"/>
    <dgm:cxn modelId="{E4A5BA60-76F3-4970-955B-0176005D90E8}" srcId="{6406420E-DAB6-4788-833C-FBD94086A9B4}" destId="{23A10F8E-0979-4E03-BB33-D64427AA6D73}" srcOrd="1" destOrd="0" parTransId="{4AE6583F-CD0E-4B50-B87D-68AAA9286392}" sibTransId="{5C074D0B-753D-4141-95E8-76D5F46DA368}"/>
    <dgm:cxn modelId="{398354FF-3A68-444B-A712-359F0E8D34ED}" type="presOf" srcId="{6406420E-DAB6-4788-833C-FBD94086A9B4}" destId="{42552DB1-F99A-44E5-8228-52C2416FB7EB}" srcOrd="0" destOrd="0" presId="urn:microsoft.com/office/officeart/2008/layout/VerticalCurvedList"/>
    <dgm:cxn modelId="{2C4C90EA-6DF8-4FB5-928C-30D672C167D9}" type="presOf" srcId="{23A10F8E-0979-4E03-BB33-D64427AA6D73}" destId="{E624752A-DE99-4290-91BF-4C4879F4709A}" srcOrd="0" destOrd="0" presId="urn:microsoft.com/office/officeart/2008/layout/VerticalCurvedList"/>
    <dgm:cxn modelId="{BCE29C51-E672-473C-88DF-0B6E404A7C10}" type="presOf" srcId="{C590F1FC-5254-48BE-A1D2-42FD5228F845}" destId="{270EF6B2-9D41-4C89-91E3-57C37C0C960D}" srcOrd="0" destOrd="0" presId="urn:microsoft.com/office/officeart/2008/layout/VerticalCurvedList"/>
    <dgm:cxn modelId="{E75DAEDE-A5EC-4051-9A2D-EE7588EEB129}" type="presOf" srcId="{43C141B2-6BAA-4EC0-B735-6C906BC3F386}" destId="{59604D91-9D79-4CE0-9D6D-6732A65916C6}" srcOrd="0" destOrd="0" presId="urn:microsoft.com/office/officeart/2008/layout/VerticalCurvedList"/>
    <dgm:cxn modelId="{41F60A93-BFBB-4980-BB8A-B7B6DFF5800C}" srcId="{6406420E-DAB6-4788-833C-FBD94086A9B4}" destId="{C590F1FC-5254-48BE-A1D2-42FD5228F845}" srcOrd="2" destOrd="0" parTransId="{557A167A-C685-482E-938E-1C6A5F902221}" sibTransId="{24574D55-B7E4-402D-A301-B3FCFC24B52D}"/>
    <dgm:cxn modelId="{DE00A01B-063E-4C88-9347-33925DFAA8CE}" srcId="{6406420E-DAB6-4788-833C-FBD94086A9B4}" destId="{5C096EFE-A1FB-4866-B505-8AD3F209B6FA}" srcOrd="0" destOrd="0" parTransId="{C2D5C23A-B3DD-4A52-92F7-92B95462AD02}" sibTransId="{43C141B2-6BAA-4EC0-B735-6C906BC3F386}"/>
    <dgm:cxn modelId="{E8FC5DCC-B857-4322-989F-FB53A1E8014F}" type="presParOf" srcId="{42552DB1-F99A-44E5-8228-52C2416FB7EB}" destId="{CEFFF12A-0069-4451-97D9-6F5371240461}" srcOrd="0" destOrd="0" presId="urn:microsoft.com/office/officeart/2008/layout/VerticalCurvedList"/>
    <dgm:cxn modelId="{CDB7DB9E-39D1-4FC8-A0D9-D37CC706D240}" type="presParOf" srcId="{CEFFF12A-0069-4451-97D9-6F5371240461}" destId="{9C418535-E41B-4B36-B9BB-B60E0A367870}" srcOrd="0" destOrd="0" presId="urn:microsoft.com/office/officeart/2008/layout/VerticalCurvedList"/>
    <dgm:cxn modelId="{BF980A79-C7AC-4F4F-A22C-8A9D813962F9}" type="presParOf" srcId="{9C418535-E41B-4B36-B9BB-B60E0A367870}" destId="{FF2E203A-8267-4276-933B-CC94B0DE4193}" srcOrd="0" destOrd="0" presId="urn:microsoft.com/office/officeart/2008/layout/VerticalCurvedList"/>
    <dgm:cxn modelId="{8A6DF586-22F5-41B1-9C57-D058B041C95F}" type="presParOf" srcId="{9C418535-E41B-4B36-B9BB-B60E0A367870}" destId="{59604D91-9D79-4CE0-9D6D-6732A65916C6}" srcOrd="1" destOrd="0" presId="urn:microsoft.com/office/officeart/2008/layout/VerticalCurvedList"/>
    <dgm:cxn modelId="{592ABE28-8F9E-4E36-8A6B-7E2DBA5C6BCB}" type="presParOf" srcId="{9C418535-E41B-4B36-B9BB-B60E0A367870}" destId="{2D833A0A-F698-440E-AB1A-34BAA5FB7F81}" srcOrd="2" destOrd="0" presId="urn:microsoft.com/office/officeart/2008/layout/VerticalCurvedList"/>
    <dgm:cxn modelId="{05E5B43C-9F92-4518-A4C1-073F83202B55}" type="presParOf" srcId="{9C418535-E41B-4B36-B9BB-B60E0A367870}" destId="{0E15224F-7CEC-461C-9687-0D4888B03AF0}" srcOrd="3" destOrd="0" presId="urn:microsoft.com/office/officeart/2008/layout/VerticalCurvedList"/>
    <dgm:cxn modelId="{C86751F1-3F53-4CE6-921C-D90AD0C4DEE0}" type="presParOf" srcId="{CEFFF12A-0069-4451-97D9-6F5371240461}" destId="{6182253C-F61E-4DFD-8A81-8C59906F7045}" srcOrd="1" destOrd="0" presId="urn:microsoft.com/office/officeart/2008/layout/VerticalCurvedList"/>
    <dgm:cxn modelId="{B93D3378-5D59-475C-BD1A-279CF6A7B654}" type="presParOf" srcId="{CEFFF12A-0069-4451-97D9-6F5371240461}" destId="{272EDD19-4757-4FAF-8B25-BA046A484049}" srcOrd="2" destOrd="0" presId="urn:microsoft.com/office/officeart/2008/layout/VerticalCurvedList"/>
    <dgm:cxn modelId="{57AB14E7-90D7-4200-A609-AFDC9F8285A2}" type="presParOf" srcId="{272EDD19-4757-4FAF-8B25-BA046A484049}" destId="{BF400816-BF2A-40CC-B51B-95CE70B7EAFA}" srcOrd="0" destOrd="0" presId="urn:microsoft.com/office/officeart/2008/layout/VerticalCurvedList"/>
    <dgm:cxn modelId="{42113259-31A2-4C9F-8C25-8B11CECB7AF2}" type="presParOf" srcId="{CEFFF12A-0069-4451-97D9-6F5371240461}" destId="{E624752A-DE99-4290-91BF-4C4879F4709A}" srcOrd="3" destOrd="0" presId="urn:microsoft.com/office/officeart/2008/layout/VerticalCurvedList"/>
    <dgm:cxn modelId="{7CA25BDE-9F3F-4694-B767-3770000CBB43}" type="presParOf" srcId="{CEFFF12A-0069-4451-97D9-6F5371240461}" destId="{E909D3B7-6F93-4728-8C49-F84FEA7E0AC1}" srcOrd="4" destOrd="0" presId="urn:microsoft.com/office/officeart/2008/layout/VerticalCurvedList"/>
    <dgm:cxn modelId="{5B8BDC2F-EE38-4645-82BC-C2D34DCE68EC}" type="presParOf" srcId="{E909D3B7-6F93-4728-8C49-F84FEA7E0AC1}" destId="{32E23B49-BFEB-4D1D-B9C3-699054E1FBF2}" srcOrd="0" destOrd="0" presId="urn:microsoft.com/office/officeart/2008/layout/VerticalCurvedList"/>
    <dgm:cxn modelId="{59587CB1-1F72-4D74-B49D-10469B839CD6}" type="presParOf" srcId="{CEFFF12A-0069-4451-97D9-6F5371240461}" destId="{270EF6B2-9D41-4C89-91E3-57C37C0C960D}" srcOrd="5" destOrd="0" presId="urn:microsoft.com/office/officeart/2008/layout/VerticalCurvedList"/>
    <dgm:cxn modelId="{F74B491D-E318-42E2-A8EB-33F65BD862BC}" type="presParOf" srcId="{CEFFF12A-0069-4451-97D9-6F5371240461}" destId="{96597622-2494-4F5A-86CB-B1B97623FCF6}" srcOrd="6" destOrd="0" presId="urn:microsoft.com/office/officeart/2008/layout/VerticalCurvedList"/>
    <dgm:cxn modelId="{FD8B1F83-CAAF-4737-A8C5-93965C1E7FB8}" type="presParOf" srcId="{96597622-2494-4F5A-86CB-B1B97623FCF6}" destId="{5FC50353-5E8A-4D8C-8815-DBB627A61FE7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604D91-9D79-4CE0-9D6D-6732A65916C6}">
      <dsp:nvSpPr>
        <dsp:cNvPr id="0" name=""/>
        <dsp:cNvSpPr/>
      </dsp:nvSpPr>
      <dsp:spPr>
        <a:xfrm>
          <a:off x="-5565034" y="-852103"/>
          <a:ext cx="6626904" cy="6626904"/>
        </a:xfrm>
        <a:prstGeom prst="blockArc">
          <a:avLst>
            <a:gd name="adj1" fmla="val 18900000"/>
            <a:gd name="adj2" fmla="val 2700000"/>
            <a:gd name="adj3" fmla="val 326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182253C-F61E-4DFD-8A81-8C59906F7045}">
      <dsp:nvSpPr>
        <dsp:cNvPr id="0" name=""/>
        <dsp:cNvSpPr/>
      </dsp:nvSpPr>
      <dsp:spPr>
        <a:xfrm>
          <a:off x="683270" y="492269"/>
          <a:ext cx="7622872" cy="98453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1478" tIns="50800" rIns="50800" bIns="508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/>
            <a:t>Работает с загруженной базой знаний о работе интернет-магазина, ответы на частые вопросы (FAQ)</a:t>
          </a:r>
          <a:endParaRPr lang="ru-RU" sz="2000" kern="1200" dirty="0"/>
        </a:p>
      </dsp:txBody>
      <dsp:txXfrm>
        <a:off x="683270" y="492269"/>
        <a:ext cx="7622872" cy="984539"/>
      </dsp:txXfrm>
    </dsp:sp>
    <dsp:sp modelId="{BF400816-BF2A-40CC-B51B-95CE70B7EAFA}">
      <dsp:nvSpPr>
        <dsp:cNvPr id="0" name=""/>
        <dsp:cNvSpPr/>
      </dsp:nvSpPr>
      <dsp:spPr>
        <a:xfrm>
          <a:off x="67933" y="369202"/>
          <a:ext cx="1230674" cy="123067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24752A-DE99-4290-91BF-4C4879F4709A}">
      <dsp:nvSpPr>
        <dsp:cNvPr id="0" name=""/>
        <dsp:cNvSpPr/>
      </dsp:nvSpPr>
      <dsp:spPr>
        <a:xfrm>
          <a:off x="1041150" y="1969078"/>
          <a:ext cx="7264992" cy="984539"/>
        </a:xfrm>
        <a:prstGeom prst="rect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1478" tIns="50800" rIns="50800" bIns="508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/>
            <a:t>Ведёт чат с пользователем. Получение статуса заказа, возврат/обмен, информирование о передаче информации  менеджеру</a:t>
          </a:r>
          <a:endParaRPr lang="ru-RU" sz="2000" kern="1200" dirty="0"/>
        </a:p>
      </dsp:txBody>
      <dsp:txXfrm>
        <a:off x="1041150" y="1969078"/>
        <a:ext cx="7264992" cy="984539"/>
      </dsp:txXfrm>
    </dsp:sp>
    <dsp:sp modelId="{32E23B49-BFEB-4D1D-B9C3-699054E1FBF2}">
      <dsp:nvSpPr>
        <dsp:cNvPr id="0" name=""/>
        <dsp:cNvSpPr/>
      </dsp:nvSpPr>
      <dsp:spPr>
        <a:xfrm>
          <a:off x="425813" y="1846011"/>
          <a:ext cx="1230674" cy="123067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0EF6B2-9D41-4C89-91E3-57C37C0C960D}">
      <dsp:nvSpPr>
        <dsp:cNvPr id="0" name=""/>
        <dsp:cNvSpPr/>
      </dsp:nvSpPr>
      <dsp:spPr>
        <a:xfrm>
          <a:off x="683270" y="3445887"/>
          <a:ext cx="7622872" cy="984539"/>
        </a:xfrm>
        <a:prstGeom prst="rect">
          <a:avLst/>
        </a:prstGeom>
        <a:solidFill>
          <a:srgbClr val="00B0F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1478" tIns="50800" rIns="50800" bIns="508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/>
            <a:t>Чат с пользователем. Взаимодействие с базой данных для хранения заказов</a:t>
          </a:r>
          <a:endParaRPr lang="ru-RU" sz="2000" kern="1200" dirty="0"/>
        </a:p>
      </dsp:txBody>
      <dsp:txXfrm>
        <a:off x="683270" y="3445887"/>
        <a:ext cx="7622872" cy="984539"/>
      </dsp:txXfrm>
    </dsp:sp>
    <dsp:sp modelId="{5FC50353-5E8A-4D8C-8815-DBB627A61FE7}">
      <dsp:nvSpPr>
        <dsp:cNvPr id="0" name=""/>
        <dsp:cNvSpPr/>
      </dsp:nvSpPr>
      <dsp:spPr>
        <a:xfrm>
          <a:off x="67933" y="3322820"/>
          <a:ext cx="1230674" cy="123067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AA4EF0-F457-4CA7-942F-3A7F815A94D3}" type="datetimeFigureOut">
              <a:rPr lang="ru-RU" smtClean="0"/>
              <a:t>28.10.2025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613D81-AD48-4F0E-973A-FC6741AAFC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4960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0FDF2-4B35-41D3-A904-5364F67D0725}" type="datetimeFigureOut">
              <a:rPr lang="ru-RU" smtClean="0"/>
              <a:t>28.10.2025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6AA2A-D3E7-42A2-ADE3-DC21C8C6EC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3704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0FDF2-4B35-41D3-A904-5364F67D0725}" type="datetimeFigureOut">
              <a:rPr lang="ru-RU" smtClean="0"/>
              <a:t>28.10.2025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6AA2A-D3E7-42A2-ADE3-DC21C8C6EC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2778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0FDF2-4B35-41D3-A904-5364F67D0725}" type="datetimeFigureOut">
              <a:rPr lang="ru-RU" smtClean="0"/>
              <a:t>28.10.2025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6AA2A-D3E7-42A2-ADE3-DC21C8C6EC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3861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0FDF2-4B35-41D3-A904-5364F67D0725}" type="datetimeFigureOut">
              <a:rPr lang="ru-RU" smtClean="0"/>
              <a:t>28.10.2025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6AA2A-D3E7-42A2-ADE3-DC21C8C6EC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7443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0FDF2-4B35-41D3-A904-5364F67D0725}" type="datetimeFigureOut">
              <a:rPr lang="ru-RU" smtClean="0"/>
              <a:t>28.10.2025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6AA2A-D3E7-42A2-ADE3-DC21C8C6EC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5483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0FDF2-4B35-41D3-A904-5364F67D0725}" type="datetimeFigureOut">
              <a:rPr lang="ru-RU" smtClean="0"/>
              <a:t>28.10.2025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6AA2A-D3E7-42A2-ADE3-DC21C8C6EC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7912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0FDF2-4B35-41D3-A904-5364F67D0725}" type="datetimeFigureOut">
              <a:rPr lang="ru-RU" smtClean="0"/>
              <a:t>28.10.2025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6AA2A-D3E7-42A2-ADE3-DC21C8C6EC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2291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0FDF2-4B35-41D3-A904-5364F67D0725}" type="datetimeFigureOut">
              <a:rPr lang="ru-RU" smtClean="0"/>
              <a:t>28.10.2025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6AA2A-D3E7-42A2-ADE3-DC21C8C6EC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38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0FDF2-4B35-41D3-A904-5364F67D0725}" type="datetimeFigureOut">
              <a:rPr lang="ru-RU" smtClean="0"/>
              <a:t>28.10.2025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6AA2A-D3E7-42A2-ADE3-DC21C8C6EC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8886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0FDF2-4B35-41D3-A904-5364F67D0725}" type="datetimeFigureOut">
              <a:rPr lang="ru-RU" smtClean="0"/>
              <a:t>28.10.2025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6AA2A-D3E7-42A2-ADE3-DC21C8C6EC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4876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0FDF2-4B35-41D3-A904-5364F67D0725}" type="datetimeFigureOut">
              <a:rPr lang="ru-RU" smtClean="0"/>
              <a:t>28.10.2025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6AA2A-D3E7-42A2-ADE3-DC21C8C6EC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9076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F0FDF2-4B35-41D3-A904-5364F67D0725}" type="datetimeFigureOut">
              <a:rPr lang="ru-RU" smtClean="0"/>
              <a:t>28.10.2025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C6AA2A-D3E7-42A2-ADE3-DC21C8C6EC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5378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9144000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05687" y="0"/>
              <a:ext cx="7538312" cy="51434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2817049" cy="514349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143999" cy="51434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0"/>
              <a:ext cx="5569900" cy="51434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0"/>
              <a:ext cx="3193951" cy="514349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61313" y="1963947"/>
            <a:ext cx="410241" cy="2928620"/>
          </a:xfrm>
          <a:prstGeom prst="rect">
            <a:avLst/>
          </a:prstGeom>
        </p:spPr>
        <p:txBody>
          <a:bodyPr vert="vert270" wrap="square" lIns="0" tIns="49107" rIns="0" bIns="0" rtlCol="0">
            <a:spAutoFit/>
          </a:bodyPr>
          <a:lstStyle/>
          <a:p>
            <a:pPr marL="16933">
              <a:spcBef>
                <a:spcPts val="387"/>
              </a:spcBef>
            </a:pPr>
            <a:r>
              <a:rPr sz="1333" spc="-152" dirty="0">
                <a:solidFill>
                  <a:srgbClr val="FFFFFF"/>
                </a:solidFill>
                <a:latin typeface="Yu Gothic UI Light"/>
                <a:cs typeface="Yu Gothic UI Light"/>
              </a:rPr>
              <a:t>УНИВЕРСИТЕТ</a:t>
            </a:r>
            <a:r>
              <a:rPr sz="1333" spc="-87" dirty="0">
                <a:solidFill>
                  <a:srgbClr val="FFFFFF"/>
                </a:solidFill>
                <a:latin typeface="Yu Gothic UI Light"/>
                <a:cs typeface="Yu Gothic UI Light"/>
              </a:rPr>
              <a:t> </a:t>
            </a:r>
            <a:r>
              <a:rPr sz="1333" spc="-167" dirty="0">
                <a:solidFill>
                  <a:srgbClr val="FFFFFF"/>
                </a:solidFill>
                <a:latin typeface="Yu Gothic UI Light"/>
                <a:cs typeface="Yu Gothic UI Light"/>
              </a:rPr>
              <a:t>ИСКУССТВЕННОГО</a:t>
            </a:r>
            <a:r>
              <a:rPr sz="1333" spc="-87" dirty="0">
                <a:solidFill>
                  <a:srgbClr val="FFFFFF"/>
                </a:solidFill>
                <a:latin typeface="Yu Gothic UI Light"/>
                <a:cs typeface="Yu Gothic UI Light"/>
              </a:rPr>
              <a:t> </a:t>
            </a:r>
            <a:r>
              <a:rPr sz="1333" spc="-152" dirty="0">
                <a:solidFill>
                  <a:srgbClr val="FFFFFF"/>
                </a:solidFill>
                <a:latin typeface="Yu Gothic UI Light"/>
                <a:cs typeface="Yu Gothic UI Light"/>
              </a:rPr>
              <a:t>ИНТЕЛЛЕКТА</a:t>
            </a:r>
            <a:endParaRPr sz="1333">
              <a:latin typeface="Yu Gothic UI Light"/>
              <a:cs typeface="Yu Gothic UI Ligh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24503" y="-295366"/>
            <a:ext cx="7769860" cy="6858000"/>
            <a:chOff x="287949" y="0"/>
            <a:chExt cx="5827395" cy="5143500"/>
          </a:xfrm>
        </p:grpSpPr>
        <p:sp>
          <p:nvSpPr>
            <p:cNvPr id="10" name="object 10"/>
            <p:cNvSpPr/>
            <p:nvPr/>
          </p:nvSpPr>
          <p:spPr>
            <a:xfrm>
              <a:off x="297474" y="0"/>
              <a:ext cx="0" cy="5143500"/>
            </a:xfrm>
            <a:custGeom>
              <a:avLst/>
              <a:gdLst/>
              <a:ahLst/>
              <a:cxnLst/>
              <a:rect l="l" t="t" r="r" b="b"/>
              <a:pathLst>
                <a:path h="5143500">
                  <a:moveTo>
                    <a:pt x="0" y="3905699"/>
                  </a:moveTo>
                  <a:lnTo>
                    <a:pt x="0" y="5143499"/>
                  </a:lnTo>
                </a:path>
                <a:path h="5143500">
                  <a:moveTo>
                    <a:pt x="0" y="0"/>
                  </a:moveTo>
                  <a:lnTo>
                    <a:pt x="0" y="1237799"/>
                  </a:lnTo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33399" y="0"/>
              <a:ext cx="5781750" cy="4229800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254863" y="784289"/>
            <a:ext cx="5504940" cy="1512892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r>
              <a:rPr lang="ru-RU" sz="5400" b="1" dirty="0" smtClean="0">
                <a:solidFill>
                  <a:schemeClr val="bg1"/>
                </a:solidFill>
              </a:rPr>
              <a:t>Финальный мини-проект</a:t>
            </a:r>
            <a:endParaRPr lang="en-US" sz="5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5597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175" y="12750"/>
            <a:ext cx="11767069" cy="6845300"/>
            <a:chOff x="10631" y="9562"/>
            <a:chExt cx="8825302" cy="51339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03719" y="4163381"/>
              <a:ext cx="1232214" cy="39802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0631" y="4933762"/>
              <a:ext cx="6703059" cy="0"/>
            </a:xfrm>
            <a:custGeom>
              <a:avLst/>
              <a:gdLst/>
              <a:ahLst/>
              <a:cxnLst/>
              <a:rect l="l" t="t" r="r" b="b"/>
              <a:pathLst>
                <a:path w="6703059">
                  <a:moveTo>
                    <a:pt x="6702899" y="0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" name="object 5"/>
            <p:cNvSpPr/>
            <p:nvPr/>
          </p:nvSpPr>
          <p:spPr>
            <a:xfrm>
              <a:off x="418406" y="9562"/>
              <a:ext cx="19050" cy="5133975"/>
            </a:xfrm>
            <a:custGeom>
              <a:avLst/>
              <a:gdLst/>
              <a:ahLst/>
              <a:cxnLst/>
              <a:rect l="l" t="t" r="r" b="b"/>
              <a:pathLst>
                <a:path w="19050" h="5133975">
                  <a:moveTo>
                    <a:pt x="0" y="0"/>
                  </a:moveTo>
                  <a:lnTo>
                    <a:pt x="19049" y="0"/>
                  </a:lnTo>
                  <a:lnTo>
                    <a:pt x="19049" y="5133937"/>
                  </a:lnTo>
                  <a:lnTo>
                    <a:pt x="0" y="51339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7" name="Прямоугольник 6"/>
          <p:cNvSpPr/>
          <p:nvPr/>
        </p:nvSpPr>
        <p:spPr>
          <a:xfrm>
            <a:off x="957943" y="265268"/>
            <a:ext cx="10823301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chemeClr val="accent1">
                    <a:lumMod val="75000"/>
                  </a:schemeClr>
                </a:solidFill>
              </a:rPr>
              <a:t>🔸 Нейро-техподдержка для интернет магазина товаров для домашних животных</a:t>
            </a:r>
          </a:p>
        </p:txBody>
      </p:sp>
      <p:graphicFrame>
        <p:nvGraphicFramePr>
          <p:cNvPr id="6" name="Схема 5"/>
          <p:cNvGraphicFramePr/>
          <p:nvPr>
            <p:extLst>
              <p:ext uri="{D42A27DB-BD31-4B8C-83A1-F6EECF244321}">
                <p14:modId xmlns:p14="http://schemas.microsoft.com/office/powerpoint/2010/main" val="3449521356"/>
              </p:ext>
            </p:extLst>
          </p:nvPr>
        </p:nvGraphicFramePr>
        <p:xfrm>
          <a:off x="2894816" y="1159177"/>
          <a:ext cx="8374076" cy="49226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0" name="Рисунок 9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02032" y="2093727"/>
            <a:ext cx="2909378" cy="2826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651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175" y="12750"/>
            <a:ext cx="11767069" cy="6845300"/>
            <a:chOff x="10631" y="9562"/>
            <a:chExt cx="8825302" cy="51339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03719" y="4163381"/>
              <a:ext cx="1232214" cy="39802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0631" y="4933762"/>
              <a:ext cx="6703059" cy="0"/>
            </a:xfrm>
            <a:custGeom>
              <a:avLst/>
              <a:gdLst/>
              <a:ahLst/>
              <a:cxnLst/>
              <a:rect l="l" t="t" r="r" b="b"/>
              <a:pathLst>
                <a:path w="6703059">
                  <a:moveTo>
                    <a:pt x="6702899" y="0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" name="object 5"/>
            <p:cNvSpPr/>
            <p:nvPr/>
          </p:nvSpPr>
          <p:spPr>
            <a:xfrm>
              <a:off x="418406" y="9562"/>
              <a:ext cx="19050" cy="5133975"/>
            </a:xfrm>
            <a:custGeom>
              <a:avLst/>
              <a:gdLst/>
              <a:ahLst/>
              <a:cxnLst/>
              <a:rect l="l" t="t" r="r" b="b"/>
              <a:pathLst>
                <a:path w="19050" h="5133975">
                  <a:moveTo>
                    <a:pt x="0" y="0"/>
                  </a:moveTo>
                  <a:lnTo>
                    <a:pt x="19049" y="0"/>
                  </a:lnTo>
                  <a:lnTo>
                    <a:pt x="19049" y="5133937"/>
                  </a:lnTo>
                  <a:lnTo>
                    <a:pt x="0" y="51339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8" name="Прямоугольник 7"/>
          <p:cNvSpPr/>
          <p:nvPr/>
        </p:nvSpPr>
        <p:spPr>
          <a:xfrm>
            <a:off x="957943" y="265268"/>
            <a:ext cx="1082330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 smtClean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АГЕНТСКАЯ МОДЕЛЬ</a:t>
            </a:r>
            <a:endParaRPr lang="ru-RU" sz="2400" b="1" dirty="0">
              <a:solidFill>
                <a:schemeClr val="accent1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3678548" y="2205203"/>
            <a:ext cx="2088965" cy="1045029"/>
          </a:xfrm>
          <a:prstGeom prst="roundRect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Агент «Классификатор»</a:t>
            </a:r>
            <a:endParaRPr lang="ru-RU" dirty="0"/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6351940" y="942402"/>
            <a:ext cx="2310312" cy="780107"/>
          </a:xfrm>
          <a:prstGeom prst="roundRect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Агент «</a:t>
            </a:r>
            <a:r>
              <a:rPr lang="ru-RU" dirty="0" err="1" smtClean="0"/>
              <a:t>Статусник</a:t>
            </a:r>
            <a:r>
              <a:rPr lang="ru-RU" dirty="0" smtClean="0"/>
              <a:t>»</a:t>
            </a:r>
            <a:endParaRPr lang="ru-RU" dirty="0"/>
          </a:p>
        </p:txBody>
      </p:sp>
      <p:sp>
        <p:nvSpPr>
          <p:cNvPr id="11" name="Скругленный прямоугольник 10"/>
          <p:cNvSpPr/>
          <p:nvPr/>
        </p:nvSpPr>
        <p:spPr>
          <a:xfrm>
            <a:off x="6369593" y="1996294"/>
            <a:ext cx="2310312" cy="740124"/>
          </a:xfrm>
          <a:prstGeom prst="roundRect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Агент «Информатор»</a:t>
            </a:r>
            <a:endParaRPr lang="ru-RU" dirty="0"/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1126975" y="2205203"/>
            <a:ext cx="2081984" cy="1045029"/>
          </a:xfrm>
          <a:prstGeom prst="roundRect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400" dirty="0" smtClean="0"/>
              <a:t>Вопрос пользователя</a:t>
            </a:r>
            <a:endParaRPr lang="ru-RU" sz="2400" dirty="0"/>
          </a:p>
        </p:txBody>
      </p:sp>
      <p:sp>
        <p:nvSpPr>
          <p:cNvPr id="13" name="Скругленный прямоугольник 12"/>
          <p:cNvSpPr/>
          <p:nvPr/>
        </p:nvSpPr>
        <p:spPr>
          <a:xfrm>
            <a:off x="9566826" y="2230410"/>
            <a:ext cx="2211977" cy="1045029"/>
          </a:xfrm>
          <a:prstGeom prst="roundRect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400" dirty="0" smtClean="0"/>
              <a:t>Ответ модели</a:t>
            </a:r>
            <a:endParaRPr lang="ru-RU" sz="2400" dirty="0"/>
          </a:p>
        </p:txBody>
      </p:sp>
      <p:cxnSp>
        <p:nvCxnSpPr>
          <p:cNvPr id="16" name="Прямая со стрелкой 15"/>
          <p:cNvCxnSpPr/>
          <p:nvPr/>
        </p:nvCxnSpPr>
        <p:spPr>
          <a:xfrm flipV="1">
            <a:off x="3269922" y="2727717"/>
            <a:ext cx="344138" cy="1"/>
          </a:xfrm>
          <a:prstGeom prst="straightConnector1">
            <a:avLst/>
          </a:prstGeom>
          <a:ln w="38100">
            <a:solidFill>
              <a:srgbClr val="99CC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Скругленный прямоугольник 25"/>
          <p:cNvSpPr/>
          <p:nvPr/>
        </p:nvSpPr>
        <p:spPr>
          <a:xfrm>
            <a:off x="6369593" y="3010204"/>
            <a:ext cx="2310312" cy="725774"/>
          </a:xfrm>
          <a:prstGeom prst="roundRect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Агент «Обработчик»</a:t>
            </a:r>
            <a:endParaRPr lang="ru-RU" dirty="0"/>
          </a:p>
        </p:txBody>
      </p:sp>
      <p:cxnSp>
        <p:nvCxnSpPr>
          <p:cNvPr id="42" name="Соединительная линия уступом 41"/>
          <p:cNvCxnSpPr>
            <a:stCxn id="13" idx="2"/>
          </p:cNvCxnSpPr>
          <p:nvPr/>
        </p:nvCxnSpPr>
        <p:spPr>
          <a:xfrm rot="5400000" flipH="1">
            <a:off x="6403436" y="-993940"/>
            <a:ext cx="25206" cy="8513552"/>
          </a:xfrm>
          <a:prstGeom prst="bentConnector4">
            <a:avLst>
              <a:gd name="adj1" fmla="val -12135547"/>
              <a:gd name="adj2" fmla="val 100173"/>
            </a:avLst>
          </a:prstGeom>
          <a:ln w="38100">
            <a:solidFill>
              <a:srgbClr val="99CC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Скругленный прямоугольник 23"/>
          <p:cNvSpPr/>
          <p:nvPr/>
        </p:nvSpPr>
        <p:spPr>
          <a:xfrm>
            <a:off x="6369593" y="4029844"/>
            <a:ext cx="2310312" cy="725957"/>
          </a:xfrm>
          <a:prstGeom prst="roundRect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Агент «Опросник»</a:t>
            </a:r>
            <a:endParaRPr lang="ru-RU" dirty="0"/>
          </a:p>
        </p:txBody>
      </p:sp>
      <p:sp>
        <p:nvSpPr>
          <p:cNvPr id="28" name="Скругленный прямоугольник 27"/>
          <p:cNvSpPr/>
          <p:nvPr/>
        </p:nvSpPr>
        <p:spPr>
          <a:xfrm>
            <a:off x="6369593" y="5049667"/>
            <a:ext cx="2310312" cy="725957"/>
          </a:xfrm>
          <a:prstGeom prst="roundRect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Агент «Отчетности»</a:t>
            </a:r>
            <a:endParaRPr lang="ru-RU" dirty="0"/>
          </a:p>
        </p:txBody>
      </p:sp>
      <p:cxnSp>
        <p:nvCxnSpPr>
          <p:cNvPr id="29" name="Прямая со стрелкой 28"/>
          <p:cNvCxnSpPr/>
          <p:nvPr/>
        </p:nvCxnSpPr>
        <p:spPr>
          <a:xfrm flipV="1">
            <a:off x="5896487" y="2848870"/>
            <a:ext cx="344138" cy="1"/>
          </a:xfrm>
          <a:prstGeom prst="straightConnector1">
            <a:avLst/>
          </a:prstGeom>
          <a:ln w="38100">
            <a:solidFill>
              <a:srgbClr val="99CC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 стрелкой 29"/>
          <p:cNvCxnSpPr/>
          <p:nvPr/>
        </p:nvCxnSpPr>
        <p:spPr>
          <a:xfrm flipV="1">
            <a:off x="8921645" y="2842607"/>
            <a:ext cx="344138" cy="1"/>
          </a:xfrm>
          <a:prstGeom prst="straightConnector1">
            <a:avLst/>
          </a:prstGeom>
          <a:ln w="38100">
            <a:solidFill>
              <a:srgbClr val="99CC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8474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175" y="12750"/>
            <a:ext cx="11767069" cy="6845300"/>
            <a:chOff x="10631" y="9562"/>
            <a:chExt cx="8825302" cy="51339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03719" y="4163381"/>
              <a:ext cx="1232214" cy="39802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0631" y="4933762"/>
              <a:ext cx="6703059" cy="0"/>
            </a:xfrm>
            <a:custGeom>
              <a:avLst/>
              <a:gdLst/>
              <a:ahLst/>
              <a:cxnLst/>
              <a:rect l="l" t="t" r="r" b="b"/>
              <a:pathLst>
                <a:path w="6703059">
                  <a:moveTo>
                    <a:pt x="6702899" y="0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" name="object 5"/>
            <p:cNvSpPr/>
            <p:nvPr/>
          </p:nvSpPr>
          <p:spPr>
            <a:xfrm>
              <a:off x="418406" y="9562"/>
              <a:ext cx="19050" cy="5133975"/>
            </a:xfrm>
            <a:custGeom>
              <a:avLst/>
              <a:gdLst/>
              <a:ahLst/>
              <a:cxnLst/>
              <a:rect l="l" t="t" r="r" b="b"/>
              <a:pathLst>
                <a:path w="19050" h="5133975">
                  <a:moveTo>
                    <a:pt x="0" y="0"/>
                  </a:moveTo>
                  <a:lnTo>
                    <a:pt x="19049" y="0"/>
                  </a:lnTo>
                  <a:lnTo>
                    <a:pt x="19049" y="5133937"/>
                  </a:lnTo>
                  <a:lnTo>
                    <a:pt x="0" y="51339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7" name="Прямоугольник 6"/>
          <p:cNvSpPr/>
          <p:nvPr/>
        </p:nvSpPr>
        <p:spPr>
          <a:xfrm>
            <a:off x="957943" y="265268"/>
            <a:ext cx="1082330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 smtClean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ПЛАН РЕАЛИЗАЦИИ</a:t>
            </a:r>
            <a:endParaRPr lang="ru-RU" sz="2400" b="1" dirty="0">
              <a:solidFill>
                <a:schemeClr val="accent1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57943" y="1007911"/>
            <a:ext cx="10823301" cy="486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tabLst>
                <a:tab pos="450000" algn="l"/>
              </a:tabLst>
            </a:pPr>
            <a:r>
              <a:rPr lang="ru-RU" sz="2800" b="1" dirty="0" smtClean="0"/>
              <a:t>•	Создание модели </a:t>
            </a:r>
            <a:r>
              <a:rPr lang="en-US" sz="2800" b="1" dirty="0" smtClean="0"/>
              <a:t>`order`</a:t>
            </a:r>
            <a:endParaRPr lang="en-US" sz="2800" dirty="0"/>
          </a:p>
          <a:p>
            <a:pPr algn="just">
              <a:tabLst>
                <a:tab pos="450000" algn="l"/>
              </a:tabLst>
            </a:pPr>
            <a:r>
              <a:rPr lang="en-US" sz="2800" dirty="0"/>
              <a:t>	</a:t>
            </a:r>
            <a:r>
              <a:rPr lang="ru-RU" sz="2800" dirty="0" smtClean="0"/>
              <a:t>Хранение заказа с характеристиками: </a:t>
            </a:r>
            <a:r>
              <a:rPr lang="ru-RU" sz="2800" dirty="0" smtClean="0"/>
              <a:t>дата, наименование покупателя, телефон, список товаров, сумма заказа, статус заказа, способ оплаты и доставки, трек-номер</a:t>
            </a:r>
          </a:p>
          <a:p>
            <a:pPr algn="just">
              <a:spcBef>
                <a:spcPts val="1800"/>
              </a:spcBef>
              <a:tabLst>
                <a:tab pos="450000" algn="l"/>
              </a:tabLst>
            </a:pPr>
            <a:r>
              <a:rPr lang="ru-RU" sz="2800" b="1" dirty="0" smtClean="0"/>
              <a:t>•	Реализация </a:t>
            </a:r>
            <a:r>
              <a:rPr lang="ru-RU" sz="2800" b="1" dirty="0" err="1" smtClean="0"/>
              <a:t>эндпоинто</a:t>
            </a:r>
            <a:r>
              <a:rPr lang="ru-RU" sz="2800" b="1" dirty="0" err="1" smtClean="0"/>
              <a:t>в</a:t>
            </a:r>
            <a:r>
              <a:rPr lang="ru-RU" sz="2800" b="1" dirty="0" smtClean="0"/>
              <a:t> </a:t>
            </a:r>
            <a:r>
              <a:rPr lang="en-US" sz="2800" b="1" dirty="0" smtClean="0"/>
              <a:t>CRUD </a:t>
            </a:r>
            <a:r>
              <a:rPr lang="ru-RU" sz="2800" b="1" dirty="0" smtClean="0"/>
              <a:t>для модели </a:t>
            </a:r>
            <a:r>
              <a:rPr lang="en-US" sz="2800" b="1" dirty="0" smtClean="0"/>
              <a:t>`order`</a:t>
            </a:r>
          </a:p>
          <a:p>
            <a:pPr algn="just">
              <a:tabLst>
                <a:tab pos="450000" algn="l"/>
              </a:tabLst>
            </a:pPr>
            <a:r>
              <a:rPr lang="en-US" sz="2800" dirty="0"/>
              <a:t>	</a:t>
            </a:r>
            <a:r>
              <a:rPr lang="ru-RU" sz="2800" dirty="0" smtClean="0"/>
              <a:t>Чтение списка заказов, чтение одного заказа, создание, изменение, удаление заказа</a:t>
            </a:r>
          </a:p>
          <a:p>
            <a:pPr algn="just">
              <a:spcBef>
                <a:spcPts val="1800"/>
              </a:spcBef>
              <a:tabLst>
                <a:tab pos="450000" algn="l"/>
              </a:tabLst>
            </a:pPr>
            <a:r>
              <a:rPr lang="ru-RU" sz="2800" dirty="0" smtClean="0"/>
              <a:t>•	</a:t>
            </a:r>
            <a:r>
              <a:rPr lang="ru-RU" sz="2800" b="1" dirty="0" smtClean="0"/>
              <a:t>Реализация агента «</a:t>
            </a:r>
            <a:r>
              <a:rPr lang="ru-RU" sz="2800" b="1" dirty="0" err="1" smtClean="0"/>
              <a:t>Статусник</a:t>
            </a:r>
            <a:r>
              <a:rPr lang="ru-RU" sz="2800" b="1" dirty="0" smtClean="0"/>
              <a:t>»</a:t>
            </a:r>
          </a:p>
          <a:p>
            <a:pPr algn="just">
              <a:tabLst>
                <a:tab pos="450000" algn="l"/>
              </a:tabLst>
            </a:pPr>
            <a:r>
              <a:rPr lang="ru-RU" sz="2800" dirty="0"/>
              <a:t>	</a:t>
            </a:r>
            <a:r>
              <a:rPr lang="ru-RU" sz="2800" dirty="0" smtClean="0"/>
              <a:t>Выполняет создание заказа, изменение данных заказа, отмена заказа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010544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10059</TotalTime>
  <Words>167</Words>
  <Application>Microsoft Office PowerPoint</Application>
  <PresentationFormat>Широкоэкранный</PresentationFormat>
  <Paragraphs>22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10" baseType="lpstr">
      <vt:lpstr>Yu Gothic UI Light</vt:lpstr>
      <vt:lpstr>Arial</vt:lpstr>
      <vt:lpstr>Calibri</vt:lpstr>
      <vt:lpstr>Calibri Light</vt:lpstr>
      <vt:lpstr>Tahoma</vt:lpstr>
      <vt:lpstr>Тема Office</vt:lpstr>
      <vt:lpstr>Финальный мини-проект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М.Ю. Деркунов</dc:creator>
  <cp:lastModifiedBy>Алексей Смирнов</cp:lastModifiedBy>
  <cp:revision>114</cp:revision>
  <cp:lastPrinted>2025-08-17T13:11:30Z</cp:lastPrinted>
  <dcterms:created xsi:type="dcterms:W3CDTF">2024-03-20T02:20:55Z</dcterms:created>
  <dcterms:modified xsi:type="dcterms:W3CDTF">2025-10-28T15:19:52Z</dcterms:modified>
</cp:coreProperties>
</file>